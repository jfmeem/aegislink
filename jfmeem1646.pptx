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natul" userId="c3d6c4faf51bb182" providerId="LiveId" clId="{B06AF8F9-58AE-4BE7-82A7-C63CE908655E}"/>
    <pc:docChg chg="modSld">
      <pc:chgData name="Jannatul" userId="c3d6c4faf51bb182" providerId="LiveId" clId="{B06AF8F9-58AE-4BE7-82A7-C63CE908655E}" dt="2026-04-22T21:17:13.094" v="6" actId="20577"/>
      <pc:docMkLst>
        <pc:docMk/>
      </pc:docMkLst>
      <pc:sldChg chg="modSp mod">
        <pc:chgData name="Jannatul" userId="c3d6c4faf51bb182" providerId="LiveId" clId="{B06AF8F9-58AE-4BE7-82A7-C63CE908655E}" dt="2026-04-22T21:17:13.094" v="6" actId="20577"/>
        <pc:sldMkLst>
          <pc:docMk/>
          <pc:sldMk cId="0" sldId="258"/>
        </pc:sldMkLst>
        <pc:spChg chg="mod">
          <ac:chgData name="Jannatul" userId="c3d6c4faf51bb182" providerId="LiveId" clId="{B06AF8F9-58AE-4BE7-82A7-C63CE908655E}" dt="2026-04-22T21:17:13.094" v="6" actId="20577"/>
          <ac:spMkLst>
            <pc:docMk/>
            <pc:sldMk cId="0" sldId="258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5629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0"/>
            <a:ext cx="64008" cy="2103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3258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AegisLink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749808" y="248716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Console-Based Encrypted File &amp; Message Transfer System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02920" y="3246120"/>
            <a:ext cx="8229600" cy="1828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401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Lab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794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Jannatul Ferdous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Roll: 1646   ·   Supervisor: Dr. Md. Shariful Islam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22960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24128"/>
            <a:ext cx="3931920" cy="658368"/>
          </a:xfrm>
          <a:prstGeom prst="rect">
            <a:avLst/>
          </a:prstGeom>
          <a:solidFill>
            <a:srgbClr val="E8E8E2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2412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Project Description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773936"/>
            <a:ext cx="3931920" cy="658368"/>
          </a:xfrm>
          <a:prstGeom prst="rect">
            <a:avLst/>
          </a:prstGeom>
          <a:solidFill>
            <a:srgbClr val="F5F5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7393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Motivation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523744"/>
            <a:ext cx="3931920" cy="658368"/>
          </a:xfrm>
          <a:prstGeom prst="rect">
            <a:avLst/>
          </a:prstGeom>
          <a:solidFill>
            <a:srgbClr val="E8E8E2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2374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Working Methodology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3273552"/>
            <a:ext cx="3931920" cy="658368"/>
          </a:xfrm>
          <a:prstGeom prst="rect">
            <a:avLst/>
          </a:prstGeom>
          <a:solidFill>
            <a:srgbClr val="F5F5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7355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Technology Used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3931920" cy="658368"/>
          </a:xfrm>
          <a:prstGeom prst="rect">
            <a:avLst/>
          </a:prstGeom>
          <a:solidFill>
            <a:srgbClr val="E8E8E2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0233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How Algorithms Work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0" y="1024128"/>
            <a:ext cx="3931920" cy="658368"/>
          </a:xfrm>
          <a:prstGeom prst="rect">
            <a:avLst/>
          </a:prstGeom>
          <a:solidFill>
            <a:srgbClr val="E8E8E2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02412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Progress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773936"/>
            <a:ext cx="3931920" cy="658368"/>
          </a:xfrm>
          <a:prstGeom prst="rect">
            <a:avLst/>
          </a:prstGeom>
          <a:solidFill>
            <a:srgbClr val="F5F5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77393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Output / Demo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22960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875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AegisLink is a console-based client-server application built in C++ for secure communication over TCP.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1572768"/>
            <a:ext cx="7818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encrypted text messages between clients in real time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8229600" cy="10973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66544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2066544"/>
            <a:ext cx="7818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files securely over the network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505456"/>
            <a:ext cx="8229600" cy="10973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60320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2560320"/>
            <a:ext cx="7818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DES or AES encryption before each transfer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2999232"/>
            <a:ext cx="8229600" cy="10973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54096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3054096"/>
            <a:ext cx="7818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SHA-512 hash computed and attached to every message and file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3493008"/>
            <a:ext cx="8229600" cy="10973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47872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" y="3547872"/>
            <a:ext cx="7818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verifies integrity on arrival — flags [INTACT] or [TAMPERED!]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3986784"/>
            <a:ext cx="8229600" cy="10973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4164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112" y="4041648"/>
            <a:ext cx="7818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multiple clients connected at the same time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2920" y="4480560"/>
            <a:ext cx="8229600" cy="10973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35424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6112" y="4535424"/>
            <a:ext cx="7818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port 346 using Winsock2 TCP sockets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22960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this project built?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is sent over a network without any protection, anyone in the middle can read it or silently change it. The receiver has no way of knowing. This is a real problem — not just in theory.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304288"/>
            <a:ext cx="8229600" cy="16459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395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solves: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someone read my data?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86200" y="28803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DES or AES encryption makes it unreadable to anyone without the key.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749040" y="2880360"/>
            <a:ext cx="18288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53872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someone modify my data?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86200" y="353872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— SHA-512 hashing catches any change and the server flags it immediately.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749040" y="3538728"/>
            <a:ext cx="18288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1970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hard to use?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86200" y="419709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just run the server, connect the client, and start sending. No setup required.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749040" y="4197096"/>
            <a:ext cx="18288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22960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2606040" cy="1600200"/>
          </a:xfrm>
          <a:prstGeom prst="rect">
            <a:avLst/>
          </a:prstGeom>
          <a:solidFill>
            <a:srgbClr val="F5F5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10972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21208" y="138988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21208" y="1801368"/>
            <a:ext cx="2386584" cy="16459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883664"/>
            <a:ext cx="23865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connects to server via TCP (port 314159), enters name, selects DES or AES.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06040" cy="1600200"/>
          </a:xfrm>
          <a:prstGeom prst="rect">
            <a:avLst/>
          </a:prstGeom>
          <a:solidFill>
            <a:srgbClr val="F5F5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0972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38988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10128" y="1801368"/>
            <a:ext cx="2386584" cy="16459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883664"/>
            <a:ext cx="23865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or file is encrypted locally before leaving the client.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89320" y="1005840"/>
            <a:ext cx="2606040" cy="1600200"/>
          </a:xfrm>
          <a:prstGeom prst="rect">
            <a:avLst/>
          </a:prstGeom>
          <a:solidFill>
            <a:srgbClr val="F5F5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9048" y="10972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9048" y="138988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9048" y="1801368"/>
            <a:ext cx="2386584" cy="16459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9048" y="1883664"/>
            <a:ext cx="23865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SHA-512 hash of the ciphertext is computed and attached to the data.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2834640"/>
            <a:ext cx="2606040" cy="1600200"/>
          </a:xfrm>
          <a:prstGeom prst="rect">
            <a:avLst/>
          </a:prstGeom>
          <a:solidFill>
            <a:srgbClr val="F5F5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2926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" y="321868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1208" y="3630168"/>
            <a:ext cx="2386584" cy="16459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3712464"/>
            <a:ext cx="23865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 + hash is sent over the TCP socket to the server.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606040" cy="1600200"/>
          </a:xfrm>
          <a:prstGeom prst="rect">
            <a:avLst/>
          </a:prstGeom>
          <a:solidFill>
            <a:srgbClr val="F5F5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2926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10128" y="321868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310128" y="3630168"/>
            <a:ext cx="2386584" cy="16459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3712464"/>
            <a:ext cx="23865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recomputes hash and compares — flags [INTACT] or [TAMPERED!].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89320" y="2834640"/>
            <a:ext cx="2606040" cy="1600200"/>
          </a:xfrm>
          <a:prstGeom prst="rect">
            <a:avLst/>
          </a:prstGeom>
          <a:solidFill>
            <a:srgbClr val="F5F5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99048" y="2926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99048" y="321868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099048" y="3630168"/>
            <a:ext cx="2386584" cy="16459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99048" y="3712464"/>
            <a:ext cx="23865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intact, server decrypts and forwards to all other connected clients.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22960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3931920" cy="1920240"/>
          </a:xfrm>
          <a:prstGeom prst="rect">
            <a:avLst/>
          </a:prstGeom>
          <a:solidFill>
            <a:srgbClr val="F5F5F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39319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005840"/>
            <a:ext cx="3712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— Data Encryption Standard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" y="153619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64-bit block, 56-bit key, 16 rounds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1965960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Feistel network structure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" y="2395728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Legacy — included for comparison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1920240"/>
          </a:xfrm>
          <a:prstGeom prst="rect">
            <a:avLst/>
          </a:prstGeom>
          <a:solidFill>
            <a:srgbClr val="F5F5F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05840"/>
            <a:ext cx="39319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005840"/>
            <a:ext cx="3712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— Advanced Encryption Standard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53619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128-bit block, 128-bit key, 10 rounds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19472" y="1965960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SubBytes → ShiftRows → MixColumns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9472" y="2395728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Current industry standard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3063240"/>
            <a:ext cx="3931920" cy="1920240"/>
          </a:xfrm>
          <a:prstGeom prst="rect">
            <a:avLst/>
          </a:prstGeom>
          <a:solidFill>
            <a:srgbClr val="F5F5F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063240"/>
            <a:ext cx="39319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063240"/>
            <a:ext cx="3712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SHA-512 — Hashing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072" y="359359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Produces 512-bit digest of ciphertext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6072" y="4023360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1-bit change → completely different hash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6072" y="4453128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Flags [INTACT] or [TAMPERED!]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3063240"/>
            <a:ext cx="3931920" cy="1920240"/>
          </a:xfrm>
          <a:prstGeom prst="rect">
            <a:avLst/>
          </a:prstGeom>
          <a:solidFill>
            <a:srgbClr val="F5F5F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3063240"/>
            <a:ext cx="39319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3063240"/>
            <a:ext cx="3712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Socket Programming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19472" y="359359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Winsock2, port 314159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19472" y="4023360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std::thread per connected client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19472" y="4453128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Supports messages and file transfer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Algorithms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22960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612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90472"/>
            <a:ext cx="237744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08760"/>
            <a:ext cx="237744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08760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64-bit Plaintext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52067" y="1892808"/>
            <a:ext cx="22860" cy="12801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99032" y="2007108"/>
            <a:ext cx="128016" cy="822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0824"/>
            <a:ext cx="2377440" cy="384048"/>
          </a:xfrm>
          <a:prstGeom prst="rect">
            <a:avLst/>
          </a:prstGeom>
          <a:solidFill>
            <a:srgbClr val="F5F5F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0824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Permutation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52067" y="2404872"/>
            <a:ext cx="22860" cy="12801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99032" y="2519172"/>
            <a:ext cx="128016" cy="822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532888"/>
            <a:ext cx="2377440" cy="384048"/>
          </a:xfrm>
          <a:prstGeom prst="rect">
            <a:avLst/>
          </a:prstGeom>
          <a:solidFill>
            <a:srgbClr val="F5F5F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532888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L(32) + R(32)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452067" y="2916936"/>
            <a:ext cx="22860" cy="12801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99032" y="3031236"/>
            <a:ext cx="128016" cy="822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044952"/>
            <a:ext cx="2377440" cy="384048"/>
          </a:xfrm>
          <a:prstGeom prst="rect">
            <a:avLst/>
          </a:prstGeom>
          <a:solidFill>
            <a:srgbClr val="F5F5F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044952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Feistel Rounds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452067" y="3429000"/>
            <a:ext cx="22860" cy="12801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99032" y="3543300"/>
            <a:ext cx="128016" cy="822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557016"/>
            <a:ext cx="2377440" cy="384048"/>
          </a:xfrm>
          <a:prstGeom prst="rect">
            <a:avLst/>
          </a:prstGeom>
          <a:solidFill>
            <a:srgbClr val="F5F5F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557016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Halves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452067" y="3941064"/>
            <a:ext cx="22860" cy="12801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99032" y="4055364"/>
            <a:ext cx="128016" cy="822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069080"/>
            <a:ext cx="2377440" cy="384048"/>
          </a:xfrm>
          <a:prstGeom prst="rect">
            <a:avLst/>
          </a:prstGeom>
          <a:solidFill>
            <a:srgbClr val="F5F5F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069080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Permutation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452067" y="4453128"/>
            <a:ext cx="22860" cy="12801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99032" y="4567428"/>
            <a:ext cx="128016" cy="822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581144"/>
            <a:ext cx="237744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581144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64-bit Ciphertext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0" y="11612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383280" y="1490472"/>
            <a:ext cx="237744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3280" y="1508760"/>
            <a:ext cx="237744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1508760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128-bit Plaintext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61027" y="1892808"/>
            <a:ext cx="22860" cy="12801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07992" y="2007108"/>
            <a:ext cx="128016" cy="822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83280" y="2020824"/>
            <a:ext cx="2377440" cy="384048"/>
          </a:xfrm>
          <a:prstGeom prst="rect">
            <a:avLst/>
          </a:prstGeom>
          <a:solidFill>
            <a:srgbClr val="F5F5F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2020824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AddRoundKey (Key 0)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61027" y="2404872"/>
            <a:ext cx="22860" cy="12801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07992" y="2519172"/>
            <a:ext cx="128016" cy="822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83280" y="2532888"/>
            <a:ext cx="2377440" cy="384048"/>
          </a:xfrm>
          <a:prstGeom prst="rect">
            <a:avLst/>
          </a:prstGeom>
          <a:solidFill>
            <a:srgbClr val="F5F5F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2532888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SubBytes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61027" y="2916936"/>
            <a:ext cx="22860" cy="12801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07992" y="3031236"/>
            <a:ext cx="128016" cy="822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83280" y="3044952"/>
            <a:ext cx="2377440" cy="384048"/>
          </a:xfrm>
          <a:prstGeom prst="rect">
            <a:avLst/>
          </a:prstGeom>
          <a:solidFill>
            <a:srgbClr val="F5F5F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280" y="3044952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ShiftRows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61027" y="3429000"/>
            <a:ext cx="22860" cy="12801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07992" y="3543300"/>
            <a:ext cx="128016" cy="822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0" y="3557016"/>
            <a:ext cx="2377440" cy="384048"/>
          </a:xfrm>
          <a:prstGeom prst="rect">
            <a:avLst/>
          </a:prstGeom>
          <a:solidFill>
            <a:srgbClr val="F5F5F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83280" y="3557016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MixColumns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61027" y="3941064"/>
            <a:ext cx="22860" cy="12801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07992" y="4055364"/>
            <a:ext cx="128016" cy="822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83280" y="4069080"/>
            <a:ext cx="2377440" cy="384048"/>
          </a:xfrm>
          <a:prstGeom prst="rect">
            <a:avLst/>
          </a:prstGeom>
          <a:solidFill>
            <a:srgbClr val="F5F5F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83280" y="4069080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AddRoundKey  ×10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61027" y="4453128"/>
            <a:ext cx="22860" cy="12801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07992" y="4567428"/>
            <a:ext cx="128016" cy="822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83280" y="4581144"/>
            <a:ext cx="237744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83280" y="4581144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128-bit Ciphertext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492240" y="11612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SHA-512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492240" y="1490472"/>
            <a:ext cx="237744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1508760"/>
            <a:ext cx="237744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92240" y="1508760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Input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669987" y="1892808"/>
            <a:ext cx="22860" cy="12801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616952" y="2007108"/>
            <a:ext cx="128016" cy="822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92240" y="2020824"/>
            <a:ext cx="2377440" cy="384048"/>
          </a:xfrm>
          <a:prstGeom prst="rect">
            <a:avLst/>
          </a:prstGeom>
          <a:solidFill>
            <a:srgbClr val="F5F5F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92240" y="2020824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(×1024 bits)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7669987" y="2404872"/>
            <a:ext cx="22860" cy="12801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616952" y="2519172"/>
            <a:ext cx="128016" cy="822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92240" y="2532888"/>
            <a:ext cx="2377440" cy="384048"/>
          </a:xfrm>
          <a:prstGeom prst="rect">
            <a:avLst/>
          </a:prstGeom>
          <a:solidFill>
            <a:srgbClr val="F5F5F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92240" y="2532888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H0–H7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669987" y="2916936"/>
            <a:ext cx="22860" cy="12801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616952" y="3031236"/>
            <a:ext cx="128016" cy="822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492240" y="3044952"/>
            <a:ext cx="2377440" cy="384048"/>
          </a:xfrm>
          <a:prstGeom prst="rect">
            <a:avLst/>
          </a:prstGeom>
          <a:solidFill>
            <a:srgbClr val="F5F5F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92240" y="3044952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Mixing Rounds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669987" y="3429000"/>
            <a:ext cx="22860" cy="12801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616952" y="3543300"/>
            <a:ext cx="128016" cy="822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92240" y="3557016"/>
            <a:ext cx="2377440" cy="384048"/>
          </a:xfrm>
          <a:prstGeom prst="rect">
            <a:avLst/>
          </a:prstGeom>
          <a:solidFill>
            <a:srgbClr val="F5F5F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92240" y="3557016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Hash Values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7669987" y="3941064"/>
            <a:ext cx="22860" cy="12801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616952" y="4055364"/>
            <a:ext cx="128016" cy="822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492240" y="4069080"/>
            <a:ext cx="2377440" cy="384048"/>
          </a:xfrm>
          <a:prstGeom prst="rect">
            <a:avLst/>
          </a:prstGeom>
          <a:solidFill>
            <a:srgbClr val="F5F5F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492240" y="4069080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Hashes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669987" y="4453128"/>
            <a:ext cx="22860" cy="12801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616952" y="4567428"/>
            <a:ext cx="128016" cy="822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492240" y="4581144"/>
            <a:ext cx="237744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92240" y="4581144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[INTACT] / [TAMPERED!]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22960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1005840" cy="5120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91640" y="104241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Server Implementation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3075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Multithreaded, handles multiple clients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1005840" cy="5120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64208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91640" y="170078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Client Implementation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91640" y="196596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Connect, send messages and files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322576"/>
            <a:ext cx="1005840" cy="5120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2257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91640" y="23591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Communication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262432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message relay confirmed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980944"/>
            <a:ext cx="1005840" cy="5120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80944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91640" y="30175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Algorithm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3282696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/ decrypt messages and files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639312"/>
            <a:ext cx="1005840" cy="5120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3931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91640" y="367588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Algorithm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91640" y="3941064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/ decrypt messages and files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4297680"/>
            <a:ext cx="1005840" cy="5120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29768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91640" y="433425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SHA-512 Integrity Verification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91640" y="459943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check on every transfer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Encrypted Chat (DES)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22960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60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1 — meem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1280160"/>
            <a:ext cx="2651760" cy="32918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048" y="1316736"/>
            <a:ext cx="2578608" cy="32186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0" y="960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2 — nabila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2651760" cy="32918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28416" y="1316736"/>
            <a:ext cx="2578608" cy="32186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36208" y="960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36208" y="1280160"/>
            <a:ext cx="2651760" cy="32918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72784" y="1316736"/>
            <a:ext cx="2578608" cy="32186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7472" y="4663440"/>
            <a:ext cx="8449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logs show [INTACT][DES] — confirming messages arrived unmodified.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File Transfer (AES) + Integrity Check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22960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— sending file.txt via AES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840480" cy="33832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336" y="1316736"/>
            <a:ext cx="3767328" cy="3310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3776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— receiving, hash check, save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937760" y="1280160"/>
            <a:ext cx="3840480" cy="33832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74336" y="1316736"/>
            <a:ext cx="3767328" cy="33101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detects [TAMPERED!] on hash mismatch, then saves the file successfully with AES decryption.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463040"/>
            <a:ext cx="64008" cy="1828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4173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49808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Jannatul Ferdous  ·  Roll: 1646  ·  Supervisor: Dr. Md. Shariful Islam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3182112"/>
            <a:ext cx="8229600" cy="1828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337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703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https://github.com/Jfmeem/AegisLink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707</Words>
  <Application>Microsoft Office PowerPoint</Application>
  <PresentationFormat>On-screen Show (16:9)</PresentationFormat>
  <Paragraphs>152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AegisLink - Software Project Lab</dc:title>
  <dc:subject>PptxGenJS Presentation</dc:subject>
  <dc:creator>PptxGenJS</dc:creator>
  <cp:lastModifiedBy>Jannatul</cp:lastModifiedBy>
  <cp:revision>1</cp:revision>
  <dcterms:created xsi:type="dcterms:W3CDTF">2026-04-22T21:02:38Z</dcterms:created>
  <dcterms:modified xsi:type="dcterms:W3CDTF">2026-04-22T21:22:13Z</dcterms:modified>
</cp:coreProperties>
</file>